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9D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PTY INTEL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&amp; Thank You  |  Q2 2026  |  Confidential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D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D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(strict)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Vercel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417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SSO 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backups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B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Chartmetric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ROSTR (pending)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9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+ Brand pitch gen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P&amp;TY tone guidelines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9260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337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intel_artists  •  intel_monday_items  •  intel_artist_contacts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intel_artist_brand_affinities  •  intel_artist_sector_affinities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festival_appearances  •  activity_log  •  merch_artist_benchmarks  •  app_users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D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12700">
            <a:solidFill>
              <a:srgbClr val="60B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B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 6am + 2pm 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68880" y="1005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Deals, contacts, stage updates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005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Chartmetric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new artist only  (~6 calls)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260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demographics, brand affinities, Spotify 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12700">
            <a:solidFill>
              <a:srgbClr val="F9D4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D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 Monitor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 Monday 6am 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6888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92608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Lineup scanning → new artist discovery + full enrichment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scan  (free tier)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68880" y="3474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92608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Pre-save / upcoming album detection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3474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4D4D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309360" y="10058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1C1C1C"/>
          </a:solidFill>
          <a:ln w="19050">
            <a:solidFill>
              <a:srgbClr val="00D2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155448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intel_artists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intel_monday_items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intel_artist_contacts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brand_affinities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sector_affinities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festival_appearances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activity_log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merch_benchmarks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8412480" cy="182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D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4389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Leads (Radar) → CM enrichment → Supabase    |    Add to Pipeline (Radar) → Monday.com write-back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D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PAGES &amp;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640080"/>
          </a:xfrm>
          <a:prstGeom prst="rect">
            <a:avLst/>
          </a:prstGeom>
          <a:solidFill>
            <a:srgbClr val="60BAE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B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9601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pipeline artists with active deals. My Deals filter. Sorted by CM Score. Click any card for full artist detail.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54864" cy="64008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/radar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feed — festival lineups, pre-saves, manual leads. Bulk Add Leads from agency lists. Add to Pipeline → creates Monday item.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14600"/>
            <a:ext cx="54864" cy="640080"/>
          </a:xfrm>
          <a:prstGeom prst="rect">
            <a:avLst/>
          </a:prstGeom>
          <a:solidFill>
            <a:srgbClr val="F9D40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D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/match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2514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Brand/sector search with demographic targeting. Multi-select artists, generate AI-powered brand partnership pitches.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640080"/>
          </a:xfrm>
          <a:prstGeom prst="rect">
            <a:avLst/>
          </a:prstGeom>
          <a:solidFill>
            <a:srgbClr val="EC989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9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 Detail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/artists/[id]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tabs: Contacts (tap-to-email/call), Intelligence (demographics, brand affinities), Activity (timeline), Pitch Builder (AI).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69080"/>
            <a:ext cx="54864" cy="640080"/>
          </a:xfrm>
          <a:prstGeom prst="rect">
            <a:avLst/>
          </a:prstGeom>
          <a:solidFill>
            <a:srgbClr val="C32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 Eval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/merch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0" y="4069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merch risk assessment. Uses real P&amp;TY ticket + Shopify benchmarks. Sellthrough projections and recommended max front.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D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COST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API calls. Daily cron syncs deals + contacts.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Chartmetric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D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CALLS / NEW ARTIST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career, demographics, brands, sectors, Spotify ID. Never re-pulls existing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743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tier, rate-limited. Weekly pre-save scan for pipeline artists.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B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~$0.01 / PITCH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6118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only. Generates VIP and brand partnership pitches.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A1A00"/>
          </a:solidFill>
          <a:ln w="12700">
            <a:solidFill>
              <a:srgbClr val="F9D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D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RULE: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pulled ONCE at artist creation. Never overwritten. Database trigger prevents null overwrites. Estimated weekly cost: 10–30 CM calls.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D40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PTY Intel — Technical Architecture</dc:title>
  <dc:subject>PptxGenJS Presentation</dc:subject>
  <dc:creator>P&amp;TY</dc:creator>
  <cp:lastModifiedBy>P&amp;TY</cp:lastModifiedBy>
  <cp:revision>1</cp:revision>
  <dcterms:created xsi:type="dcterms:W3CDTF">2026-03-30T19:17:52Z</dcterms:created>
  <dcterms:modified xsi:type="dcterms:W3CDTF">2026-03-30T19:17:52Z</dcterms:modified>
</cp:coreProperties>
</file>